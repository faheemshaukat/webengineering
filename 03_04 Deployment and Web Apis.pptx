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Helios" panose="020B0604020202020204" charset="0"/>
      <p:regular r:id="rId25"/>
    </p:embeddedFont>
    <p:embeddedFont>
      <p:font typeface="TT Hove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42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7708610" y="-412494"/>
            <a:ext cx="18562305" cy="8555165"/>
            <a:chOff x="0" y="0"/>
            <a:chExt cx="406400" cy="1873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144000" y="2051466"/>
            <a:ext cx="12503082" cy="10287000"/>
            <a:chOff x="0" y="0"/>
            <a:chExt cx="6184570" cy="50883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184570" cy="5088399"/>
            </a:xfrm>
            <a:custGeom>
              <a:avLst/>
              <a:gdLst/>
              <a:ahLst/>
              <a:cxnLst/>
              <a:rect l="l" t="t" r="r" b="b"/>
              <a:pathLst>
                <a:path w="6184570" h="5088399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>
              <a:blip r:embed="rId2"/>
              <a:stretch>
                <a:fillRect l="-11629" r="-116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06848" y="6804594"/>
            <a:ext cx="7555842" cy="3482406"/>
            <a:chOff x="0" y="0"/>
            <a:chExt cx="406400" cy="1873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71B8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00728" y="1028700"/>
            <a:ext cx="9887605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Modern Web Development: From Server to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728" y="4543425"/>
            <a:ext cx="988760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National Skills Curriculum Test (NSCT) – HEC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3006" y="2856071"/>
            <a:ext cx="16881989" cy="47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Deployment &amp; Hosting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Deployment = making your application accessible to users online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Hosting = infrastructure where your app runs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Converts: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👉 Local project → Live production system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💡 Without deployment, your app has no real users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Deployment &amp; Hosting (Overview)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3006" y="2856071"/>
            <a:ext cx="16881989" cy="47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How Deployment Works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💻 Frontend (React / HTML / CSS)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⚙️ Backend (Laravel / Node.js)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🗄️ Database (MySQL / MongoDB)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🌍 Server (VPS / Cloud)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All components work together on a server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Deployment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065496"/>
            <a:ext cx="16440068" cy="630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Deployment Steps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Write &amp; test code locally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Push code to GitHub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Pull code on server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Install dependencies (npm, composer)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Configure environment (.env)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Run build &amp; start server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u="none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Automation improves efficiency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Deployment Process (Step-by-Step)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065496"/>
            <a:ext cx="16440068" cy="630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Types of Hosting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🟢 Shared Hosting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Cheap, beginner-friendly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🟡 VPS (Virtual Private Server)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More control, better performance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🔵 Cloud Hosting (AWS, Azure, GCP)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→ Scalable, high availability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u="none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Choose based on project size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Hosting Types (Detailed)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9232" y="2925127"/>
            <a:ext cx="16440068" cy="47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Best Practices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 version control (Git)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Enable caching &amp; optimization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Configure environment variables securely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Monitor server performance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 SSL (HTTPS)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Deployment Best Practices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856071"/>
            <a:ext cx="16440068" cy="47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Industry Perspective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CI/CD pipelines (auto deploy)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Load balancing for traffic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Auto-scaling servers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Zero downtime deployment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Used by companies like Netflix, Amazon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Real-World Deployment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0371" y="2134553"/>
            <a:ext cx="16440068" cy="630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CI/CD Pipeline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CI = Continuous Integration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CD = Continuous Deployment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Automates: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Code testing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Building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Deployment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💡 No manual work - everything automated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CI/CD Pipeline (Concept)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715702"/>
            <a:ext cx="16440068" cy="313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How CI/CD Works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Developer → GitHub → CI (Test &amp; Build) → CD (Deploy) → Live Server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Code push = automatic deployment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CI/CD 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460784"/>
            <a:ext cx="16440068" cy="551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Continuous Integration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Runs on every code push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Checks: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Code errors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Tests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Build process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💡 Prevents broken code from going live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 CI (Continuous Integration)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251359"/>
            <a:ext cx="16440068" cy="393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Continuous Deployment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Automatically deploys code to server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No manual upload required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Ensures faster delivery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Push → Live website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CD (Continuous Deployment)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065496"/>
            <a:ext cx="16440068" cy="630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GitHub Actions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Automates CI/CD workflows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Runs tasks on events (push, PR)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Uses .yml workflow files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Example: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Install dependencies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Run tests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Deploy to server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GitHub Actions (Tool)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251359"/>
            <a:ext cx="16440068" cy="393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Best Practices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 Git branches (main, dev)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Keep secrets secure (API keys)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Test before deployment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Monitor deployments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CI/CD Best Practices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670209"/>
            <a:ext cx="16440068" cy="709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Industry Usage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Used by: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Startups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Enterprises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Tech companies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Enables: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Faster updates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Reliable systems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Zero downtime deployments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Real-World Usage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856071"/>
            <a:ext cx="16440068" cy="47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Why CI/CD Matters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⚡ Faster development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🔄 Continuous updates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❌ Fewer errors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🚀 Professional workflow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Modern development = automated development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Final Impact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460784"/>
            <a:ext cx="16440068" cy="551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Web APIs &amp; Integration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API = bridge between systems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Enables communication between: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Web apps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Mobile apps</a:t>
            </a:r>
          </a:p>
          <a:p>
            <a:pPr marL="2590798" lvl="3" indent="-647700" algn="just">
              <a:lnSpc>
                <a:spcPts val="6239"/>
              </a:lnSpc>
              <a:buFont typeface="Arial"/>
              <a:buChar char="￭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External services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APIs power modern applications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Web APIs &amp; Integration (Overview)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856071"/>
            <a:ext cx="16440068" cy="47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How APIs Work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Client sends request (GET, POST, PUT, DELETE)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Server processes logic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Database interaction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Server returns response (JSON)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Stateless communication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API Working (Detailed)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6599" y="2069306"/>
            <a:ext cx="16440068" cy="629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Request: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GET /api/mobiles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Response: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{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 "name": "iPhone 13",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 "price": 200000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}</a:t>
            </a:r>
          </a:p>
          <a:p>
            <a:pPr algn="just">
              <a:lnSpc>
                <a:spcPts val="6239"/>
              </a:lnSpc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Standard JSON format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API Request Example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1333" y="3251359"/>
            <a:ext cx="16440068" cy="393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Integration Examples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💳 Payment APIs (Stripe, JazzCash)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📍 Google Maps integration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📧 Email services (SendGrid)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🔐 Social login (Google, Facebook)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API Integration (Real Use Cases)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1333" y="3251359"/>
            <a:ext cx="16440068" cy="393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Types of APIs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REST (most widely used)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GraphQL (flexible queries)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SOAP (legacy systems)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REST dominates modern development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API Types (Expanded)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25127"/>
            <a:ext cx="16440068" cy="47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API Security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Authentication (JWT, OAuth)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Authorization (roles &amp; permissions)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Rate limiting (prevent abuse)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Input validation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APIs are entry points — must be protected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API Security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320415"/>
            <a:ext cx="16440068" cy="393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Best Practices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Keep responses lightweight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Use proper status codes (200, 404, 500)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Version your APIs (/v1/)</a:t>
            </a:r>
          </a:p>
          <a:p>
            <a:pPr marL="1727199" lvl="2" indent="-575733" algn="just">
              <a:lnSpc>
                <a:spcPts val="6239"/>
              </a:lnSpc>
              <a:buFont typeface="Arial"/>
              <a:buChar char="⚬"/>
            </a:pPr>
            <a:r>
              <a:rPr lang="en-US" sz="3999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Handle errors properly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API Best Practices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4230" y="9253538"/>
            <a:ext cx="5765006" cy="1038225"/>
            <a:chOff x="0" y="0"/>
            <a:chExt cx="1049690" cy="189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690" cy="189040"/>
            </a:xfrm>
            <a:custGeom>
              <a:avLst/>
              <a:gdLst/>
              <a:ahLst/>
              <a:cxnLst/>
              <a:rect l="l" t="t" r="r" b="b"/>
              <a:pathLst>
                <a:path w="1049690" h="189040">
                  <a:moveTo>
                    <a:pt x="203200" y="0"/>
                  </a:moveTo>
                  <a:lnTo>
                    <a:pt x="846490" y="0"/>
                  </a:lnTo>
                  <a:lnTo>
                    <a:pt x="1049690" y="189040"/>
                  </a:lnTo>
                  <a:lnTo>
                    <a:pt x="0" y="189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8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795690" cy="22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533650"/>
            <a:ext cx="16440068" cy="468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dirty="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Connect systems globally 🌍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dirty="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Enable mobile applications 📱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dirty="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Power AI &amp; modern platforms 🤖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dirty="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Improve scalability ⚡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dirty="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👉 No API = no modern digital system</a:t>
            </a:r>
          </a:p>
          <a:p>
            <a:pPr marL="863599" lvl="1" indent="-431800" algn="just">
              <a:lnSpc>
                <a:spcPts val="6239"/>
              </a:lnSpc>
              <a:buFont typeface="Arial"/>
              <a:buChar char="•"/>
            </a:pPr>
            <a:r>
              <a:rPr lang="en-US" sz="3999" dirty="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Nowadays every system use APIs even </a:t>
            </a:r>
            <a:r>
              <a:rPr lang="en-US" sz="3999" dirty="0" err="1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Chatgpt</a:t>
            </a:r>
            <a:r>
              <a:rPr lang="en-US" sz="3999" dirty="0">
                <a:solidFill>
                  <a:srgbClr val="08599D"/>
                </a:solidFill>
                <a:latin typeface="Helios"/>
                <a:ea typeface="Helios"/>
                <a:cs typeface="Helios"/>
                <a:sym typeface="Helios"/>
              </a:rPr>
              <a:t> :)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1333" y="560070"/>
            <a:ext cx="164253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8599D"/>
                </a:solidFill>
                <a:latin typeface="TT Hoves Bold"/>
                <a:ea typeface="TT Hoves Bold"/>
                <a:cs typeface="TT Hoves Bold"/>
                <a:sym typeface="TT Hoves Bold"/>
              </a:rPr>
              <a:t>Why APIs Matter (Impact)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4878" y="9382125"/>
            <a:ext cx="22037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NSCT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765</Words>
  <Application>Microsoft Office PowerPoint</Application>
  <PresentationFormat>Custom</PresentationFormat>
  <Paragraphs>185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TT Hoves Bold</vt:lpstr>
      <vt:lpstr>Helios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 and Web Apis</dc:title>
  <cp:lastModifiedBy>FAHEEM SHAUKAT</cp:lastModifiedBy>
  <cp:revision>2</cp:revision>
  <dcterms:created xsi:type="dcterms:W3CDTF">2006-08-16T00:00:00Z</dcterms:created>
  <dcterms:modified xsi:type="dcterms:W3CDTF">2026-03-26T22:29:24Z</dcterms:modified>
  <dc:identifier>DAHFB5Bl5Kg</dc:identifier>
</cp:coreProperties>
</file>