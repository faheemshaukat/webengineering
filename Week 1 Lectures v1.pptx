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70" r:id="rId11"/>
    <p:sldId id="271" r:id="rId12"/>
    <p:sldId id="272" r:id="rId13"/>
    <p:sldId id="273" r:id="rId14"/>
    <p:sldId id="275" r:id="rId15"/>
    <p:sldId id="276" r:id="rId16"/>
    <p:sldId id="277" r:id="rId17"/>
    <p:sldId id="278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79F3C-64B0-3941-EB2C-D4CFE2355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373F08-6AAA-C15C-2264-749A89C75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F0029-A806-5A3C-867C-0BF6E61E7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5BD0-49C3-4038-A61F-1FF6F3F266E3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5F4E6-F950-34A9-83C2-129C1C820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6F7CD-3D04-4D5E-6E1A-5D71C5FB8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3546-A3F2-4EF5-B4F8-EDE531AA3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406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25F9-DB0C-1565-FCC4-02D467E24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AE7A-F4DC-DF6A-EC0E-2FFF397A2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673E5-61B7-655E-2142-16C32A0E0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5BD0-49C3-4038-A61F-1FF6F3F266E3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C99BE-16D2-15E4-93CE-DA3D7817D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C3191-E7EF-71AA-7907-659234DD9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3546-A3F2-4EF5-B4F8-EDE531AA3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647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5608-B5FC-717C-8CF5-A494C5957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0623C-50A9-8032-27D3-77FBC23AE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E6E8B-9EE4-A503-D3F6-D713093F4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5BD0-49C3-4038-A61F-1FF6F3F266E3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AF44B-C3AD-043B-547B-C4274F770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CB75C-AA4D-50D9-6DE1-8F5214941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3546-A3F2-4EF5-B4F8-EDE531AA3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27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73E5-72AF-5E39-D676-A7B501135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B51C7-A15B-9AC9-7E5D-35E1549F20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30B2EB-8921-24E1-7CA8-5A530A465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4012EE-E5DE-3D38-B546-29729938D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5BD0-49C3-4038-A61F-1FF6F3F266E3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34F18-53A6-A8F0-9870-788ED0F4F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B74B57-9CE6-8C3D-7A48-CF7B4872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3546-A3F2-4EF5-B4F8-EDE531AA3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463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B773F-2FE6-1C3B-90DD-70A042A2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10904-85C6-3A67-43F9-2B6F5271A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CA122-7B00-8594-F0FB-D46A0C52A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EBF4B1-DED7-904F-22E4-D52D5BE568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228840-9777-6505-B227-C99F1DD57E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65444A-4467-D4D5-EAA7-2FEA2339C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5BD0-49C3-4038-A61F-1FF6F3F266E3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E22763-7468-2BE2-7CCC-91196DF24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57CFA1-17A1-8042-D914-86B7A4D05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3546-A3F2-4EF5-B4F8-EDE531AA3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13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CD9DF-F2F0-71DF-992D-0D6BFF7B3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0FFD1-B078-89A5-39FC-99FB98CC6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5BD0-49C3-4038-A61F-1FF6F3F266E3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395018-0D83-6352-7B43-D64CC2E64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BCBB72-45EE-026A-0EBC-A71276E81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3546-A3F2-4EF5-B4F8-EDE531AA3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29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22CF6F-1F33-9FF8-A1BF-DCC797A58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5BD0-49C3-4038-A61F-1FF6F3F266E3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13EF5B-4A05-C5F2-E73A-B3CD9ECD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2B99F-68F2-C1C7-DE1F-0D4DF438E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3546-A3F2-4EF5-B4F8-EDE531AA3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13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67BA1-E43A-3E13-80AD-D9D5C8920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4722F-7256-C668-B1AB-2AAF23F78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74F0C-C21C-9450-AA9A-F8DD0DBBB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9BD45-4E23-B87B-F6EB-B92FA219A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5BD0-49C3-4038-A61F-1FF6F3F266E3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45425-4DE8-691D-541B-9CECC70F1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704CF-7686-6B04-2B05-468CFEF0D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3546-A3F2-4EF5-B4F8-EDE531AA3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749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4EE97-939B-5CAE-5938-DDD388A51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48601A-87A7-BC3A-0B0A-A44394F940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4715F-0556-3BD1-94F9-AC759A0EC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A26CA6-01B1-EABA-0CBC-7ABC8FDD4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5BD0-49C3-4038-A61F-1FF6F3F266E3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7942A-7C09-8079-E63C-88AF5EF86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AD9BD-7A6F-B58E-57CF-3763C0A12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3546-A3F2-4EF5-B4F8-EDE531AA3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996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F113-CD20-88AC-E3CF-C8BDDC536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915FA1-E255-BE80-3010-C228C244C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55F74-F45D-5DE4-4BCC-193447B2D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5BD0-49C3-4038-A61F-1FF6F3F266E3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4ECDF-0DA9-4047-D4FE-6194D2A84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0ADBB-585C-BFB6-546F-4197275DB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3546-A3F2-4EF5-B4F8-EDE531AA3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738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C13593-2FD8-1413-A034-F38CC1FF54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6D7582-4936-2C23-29C7-A1B2AE0FC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1DDA7-9E9C-4DDB-CBA1-C96CEC06C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5BD0-49C3-4038-A61F-1FF6F3F266E3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BEC38-FE37-6BF6-8E81-9874470CD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72DEC-DBEF-8E32-9B21-771065BF8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3546-A3F2-4EF5-B4F8-EDE531AA3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0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AF95C7-BD8B-C3FB-0B09-3EECEE5BE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663D1-7BDD-778E-F7DD-B9AE9BA3B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3E35D-4C1D-114E-A9B6-7C61EFF496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B5BD0-49C3-4038-A61F-1FF6F3F266E3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B4CA1-D14C-CACC-F801-1982DF7EB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81912-5196-C71C-1ED7-E6937BBC3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843546-A3F2-4EF5-B4F8-EDE531AA3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2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65E5F-40F3-DD84-1A86-588EA6637C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54C71E-B6DC-CCB8-09B8-C7FDB8931B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57D124-CACA-D1C2-4B1D-BF52552CB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76" t="26655" r="5550" b="213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282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2343C-85C5-D939-858B-C79F6CF33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F25387-7809-31B9-FB98-24ECB9A0D0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16" t="23937" r="11618" b="31185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3377448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D59FA-0792-F9C3-BF19-5C75624CB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6416F9-6B22-7B0A-38AA-F04C17F01B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15" t="26074" r="11619" b="21213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428692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2CFA9-EBF2-C0DA-D446-3E73EAD4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78272D-2DF5-2FB8-505D-12DF7F12F4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15" t="26074" r="11419" b="24774"/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1869389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52BF-8865-9185-281C-28669C189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305C77-79DD-A39C-80D0-5005BE935A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16" t="26785" r="11619" b="22639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3149516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E1D9F-9743-904B-CFE0-7E66C50E0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0C3499-B85E-65FA-A6EF-C42C20CBD4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15" t="23937" r="11618" b="21213"/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2649975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79C27-29D3-1818-77BF-AF7CB6670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B855AEC-C454-427C-1A4F-9F6F328D80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515" t="26073" r="11819" b="20144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08722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D37E7-B982-0A82-8B2F-9FAA7A292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3C2D0-1C6C-157B-A73E-78E116734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B880DA-D4B2-01DA-56BC-7CCBA0658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15" t="26430" r="11618" b="19789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077466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44E64-D6E1-2262-83EA-B98519CB2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FE0EB-7CC7-2BB0-6B13-950A31A8B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AA6C1F-67D4-F160-6F43-436D0B2E6F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15" t="26430" r="11819" b="20857"/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2001960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CDB62-D57F-9076-77D5-21F5EAF47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E358-B64B-9B87-45E1-5F2A2DEC9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7EB059-228F-2DB0-73FB-535EE31C79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16" t="26074" r="11818" b="19076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526324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8F932-0A7C-CC6E-1054-B88CAE148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D6023-C047-21A1-663A-1DCEBD668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2FC475-B7B4-5AA7-C121-FE41331BF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16" t="26430" r="11819" b="20856"/>
          <a:stretch>
            <a:fillRect/>
          </a:stretch>
        </p:blipFill>
        <p:spPr>
          <a:xfrm>
            <a:off x="0" y="0"/>
            <a:ext cx="12191999" cy="6857999"/>
          </a:xfrm>
        </p:spPr>
      </p:pic>
    </p:spTree>
    <p:extLst>
      <p:ext uri="{BB962C8B-B14F-4D97-AF65-F5344CB8AC3E}">
        <p14:creationId xmlns:p14="http://schemas.microsoft.com/office/powerpoint/2010/main" val="2440406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DFDB5-3FDE-E882-8A4A-0A98594CC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04967-E8D1-F9DB-9311-592084C1D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4C21B6-F0F5-9546-7FD0-8C8DC969B4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15" t="26074" r="11818" b="20856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909178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2D889-46B3-923D-EA4A-EC61EEAE8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27D2D-D9EF-21E2-6E35-C459131FB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D42154-E3D8-D7A9-6527-133F993359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15" t="26786" r="11819" b="19788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650815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FE7EC-0F00-D98E-7B49-594F25ECC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0FA2F-854A-5F8D-8321-FBBA91266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58483A-DEC0-56F9-1EA5-7A94ED9F79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15" t="23581" r="11819" b="20501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935329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1AB18-A24F-0E2C-79F1-7FF5B87F5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B2DC4-FE02-C0AF-ECB8-DCEC232027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46762F-C0D5-15C2-D2D9-66D760E7D5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D6C48B-7CF4-4264-BF29-7C02A8F9D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66" t="26429" r="11525" b="233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504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46443-B37F-DFA6-630F-CE6AA9DB0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2ADD-F007-F600-2D49-CF871901F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6566E8-F97A-41DA-E605-18897F29D7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16" t="25718" r="11618" b="21569"/>
          <a:stretch>
            <a:fillRect/>
          </a:stretch>
        </p:blipFill>
        <p:spPr>
          <a:xfrm>
            <a:off x="0" y="0"/>
            <a:ext cx="12191999" cy="6857999"/>
          </a:xfrm>
        </p:spPr>
      </p:pic>
    </p:spTree>
    <p:extLst>
      <p:ext uri="{BB962C8B-B14F-4D97-AF65-F5344CB8AC3E}">
        <p14:creationId xmlns:p14="http://schemas.microsoft.com/office/powerpoint/2010/main" val="2180903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2CBC6-0960-6969-AEF3-3FBB20998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C1AC1-F06A-712E-664C-1EE0C4CC8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81E035-D415-0550-1A5A-BAD01A7C5B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15" t="26074" r="11418" b="20144"/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2706353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D8618-56C5-CE9B-9C4C-FE7C21DA5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BA3FA-FE5B-4C3C-A642-4736552D4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EA55C1-83A9-0578-E2CF-87DE6C17B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16" t="26074" r="11619" b="21925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1194226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2365F-2E83-BA4E-379A-B24A023BB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B20B8-8772-C05B-5BC6-8238A188E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AD09F1-59B8-C1AD-521B-6476059C2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14" t="26073" r="12020" b="20857"/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1169867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9C8F9-0240-5014-B8F8-D14E6C05D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9DC4F-6287-6863-0292-39C4BEC26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1BED6E-449A-22BB-23E8-40831597F6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16" t="25718" r="11819" b="20856"/>
          <a:stretch>
            <a:fillRect/>
          </a:stretch>
        </p:blipFill>
        <p:spPr>
          <a:xfrm>
            <a:off x="0" y="0"/>
            <a:ext cx="12191999" cy="6857999"/>
          </a:xfrm>
        </p:spPr>
      </p:pic>
    </p:spTree>
    <p:extLst>
      <p:ext uri="{BB962C8B-B14F-4D97-AF65-F5344CB8AC3E}">
        <p14:creationId xmlns:p14="http://schemas.microsoft.com/office/powerpoint/2010/main" val="3660999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92C08-48E9-1EC9-8D61-56CFBDACE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F0B49-594D-E608-8F34-F44136BCE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41435B-203C-7063-8862-077AE4B357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15" t="26429" r="11619" b="21569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348884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4F57C-1F07-DEAA-1496-A96FC58E7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2524C-730B-80BA-E916-78337443DE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DDDE68-EA03-2A23-E200-9EB4658E7A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77156-367F-EBCA-D8A5-AD58FC9A1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74" t="26881" r="12501" b="233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026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081BD-A252-F482-DE61-AD86CB8FA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4E6D5-AD47-1836-1B55-D7C5568E3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2E0AE9-0DF0-8003-99E2-718FEFAE3A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16" t="23937" r="11619" b="21569"/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265160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DD80E-01A3-0311-2432-CC69D90A7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44FCA-6F94-1751-C7B6-1A16EB6D3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DB511E-5F05-56A0-5A0E-A5E2B1B013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16" t="25005" r="12019" b="21925"/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520140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C1AA4-BB1A-89EA-869D-0B5BCBB6F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D1C8D-9DE1-0A89-DD0C-28F0AD268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D7B985-7C6C-E707-B7D7-2FA28633A5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16" t="24293" r="11618" b="20857"/>
          <a:stretch>
            <a:fillRect/>
          </a:stretch>
        </p:blipFill>
        <p:spPr>
          <a:xfrm>
            <a:off x="0" y="1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1384917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F6A95-7301-C580-C43D-9D155246C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A6601-AC4B-DBF9-44A7-F5A8D29B4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6521CB-D554-422C-321C-927880E634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16" t="22512" r="11619" b="22281"/>
          <a:stretch>
            <a:fillRect/>
          </a:stretch>
        </p:blipFill>
        <p:spPr>
          <a:xfrm>
            <a:off x="1" y="0"/>
            <a:ext cx="12321152" cy="6858000"/>
          </a:xfrm>
        </p:spPr>
      </p:pic>
    </p:spTree>
    <p:extLst>
      <p:ext uri="{BB962C8B-B14F-4D97-AF65-F5344CB8AC3E}">
        <p14:creationId xmlns:p14="http://schemas.microsoft.com/office/powerpoint/2010/main" val="1656868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DB287-CC98-5FFD-3DE0-DA0AC562A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97CE9-6EC7-F829-D67F-CDEBF5D33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4BC3E8-13BA-0392-FFDC-881EB28F2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16" t="24649" r="12019" b="18363"/>
          <a:stretch>
            <a:fillRect/>
          </a:stretch>
        </p:blipFill>
        <p:spPr>
          <a:xfrm>
            <a:off x="0" y="0"/>
            <a:ext cx="12191999" cy="6857999"/>
          </a:xfrm>
        </p:spPr>
      </p:pic>
    </p:spTree>
    <p:extLst>
      <p:ext uri="{BB962C8B-B14F-4D97-AF65-F5344CB8AC3E}">
        <p14:creationId xmlns:p14="http://schemas.microsoft.com/office/powerpoint/2010/main" val="5169896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2C3BA-B4D9-038D-3305-F0DD64F81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065A3-3061-E5BE-EA0A-40B56E12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73FFC1-68F7-8CB4-D875-B485F53B98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17" t="24649" r="12019" b="20856"/>
          <a:stretch>
            <a:fillRect/>
          </a:stretch>
        </p:blipFill>
        <p:spPr>
          <a:xfrm>
            <a:off x="0" y="0"/>
            <a:ext cx="12191999" cy="6857999"/>
          </a:xfrm>
        </p:spPr>
      </p:pic>
    </p:spTree>
    <p:extLst>
      <p:ext uri="{BB962C8B-B14F-4D97-AF65-F5344CB8AC3E}">
        <p14:creationId xmlns:p14="http://schemas.microsoft.com/office/powerpoint/2010/main" val="39473515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E5E54-4EC8-3A38-CC7A-A7DC6BEBD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75578-1B97-13E1-CE94-25359EE72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D4EAFB-A6FF-2A20-EC9A-1D5A635D8E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15" t="26429" r="11819" b="22638"/>
          <a:stretch>
            <a:fillRect/>
          </a:stretch>
        </p:blipFill>
        <p:spPr>
          <a:xfrm>
            <a:off x="108488" y="0"/>
            <a:ext cx="12083512" cy="6857999"/>
          </a:xfrm>
        </p:spPr>
      </p:pic>
    </p:spTree>
    <p:extLst>
      <p:ext uri="{BB962C8B-B14F-4D97-AF65-F5344CB8AC3E}">
        <p14:creationId xmlns:p14="http://schemas.microsoft.com/office/powerpoint/2010/main" val="450707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0</Words>
  <Application>Microsoft Office PowerPoint</Application>
  <PresentationFormat>Widescreen</PresentationFormat>
  <Paragraphs>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Faheem Shaukat</dc:creator>
  <cp:lastModifiedBy>Faheem Shaukat</cp:lastModifiedBy>
  <cp:revision>2</cp:revision>
  <dcterms:created xsi:type="dcterms:W3CDTF">2025-10-09T09:43:16Z</dcterms:created>
  <dcterms:modified xsi:type="dcterms:W3CDTF">2025-10-09T11:36:39Z</dcterms:modified>
</cp:coreProperties>
</file>